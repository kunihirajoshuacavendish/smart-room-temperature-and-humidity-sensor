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A31EC-EFE8-4428-9065-2FF89B53F00D}" v="173" dt="2026-04-05T09:23:58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162D-3ABF-1E3F-DB6B-C6A30AFD4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en-US" dirty="0"/>
              <a:t>A Smart Room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BA9FAF-F6BB-0EC3-F411-45496C283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954212"/>
            <a:ext cx="6400800" cy="1752600"/>
          </a:xfrm>
        </p:spPr>
        <p:txBody>
          <a:bodyPr>
            <a:normAutofit/>
          </a:bodyPr>
          <a:lstStyle/>
          <a:p>
            <a:r>
              <a:rPr lang="en-US" dirty="0"/>
              <a:t>Temperature &amp; Humidity Monitoring with Automatic Fan Control</a:t>
            </a:r>
          </a:p>
          <a:p>
            <a:r>
              <a:rPr lang="en-US" dirty="0"/>
              <a:t>Using Arduino Uno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B8FBD7-2935-B7CF-CC71-411292FB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38"/>
          <a:stretch>
            <a:fillRect/>
          </a:stretch>
        </p:blipFill>
        <p:spPr>
          <a:xfrm>
            <a:off x="2944537" y="3706812"/>
            <a:ext cx="3254926" cy="300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36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8A84-7800-6153-F896-36C9C382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Members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FBFBE0-BB5B-14ED-02EC-536C9BE40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517016"/>
              </p:ext>
            </p:extLst>
          </p:nvPr>
        </p:nvGraphicFramePr>
        <p:xfrm>
          <a:off x="457200" y="1417637"/>
          <a:ext cx="8229600" cy="4743320"/>
        </p:xfrm>
        <a:graphic>
          <a:graphicData uri="http://schemas.openxmlformats.org/drawingml/2006/table">
            <a:tbl>
              <a:tblPr firstRow="1" firstCol="1" bandRow="1"/>
              <a:tblGrid>
                <a:gridCol w="629323">
                  <a:extLst>
                    <a:ext uri="{9D8B030D-6E8A-4147-A177-3AD203B41FA5}">
                      <a16:colId xmlns:a16="http://schemas.microsoft.com/office/drawing/2014/main" val="1119819402"/>
                    </a:ext>
                  </a:extLst>
                </a:gridCol>
                <a:gridCol w="3455497">
                  <a:extLst>
                    <a:ext uri="{9D8B030D-6E8A-4147-A177-3AD203B41FA5}">
                      <a16:colId xmlns:a16="http://schemas.microsoft.com/office/drawing/2014/main" val="2639107221"/>
                    </a:ext>
                  </a:extLst>
                </a:gridCol>
                <a:gridCol w="4144780">
                  <a:extLst>
                    <a:ext uri="{9D8B030D-6E8A-4147-A177-3AD203B41FA5}">
                      <a16:colId xmlns:a16="http://schemas.microsoft.com/office/drawing/2014/main" val="352779765"/>
                    </a:ext>
                  </a:extLst>
                </a:gridCol>
              </a:tblGrid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Registration Number 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43639"/>
                  </a:ext>
                </a:extLst>
              </a:tr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Twesigye Ronald Karakire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244-576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040136"/>
                  </a:ext>
                </a:extLst>
              </a:tr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Kunihira Joshua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244-878 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001880"/>
                  </a:ext>
                </a:extLst>
              </a:tr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Ssemuyobe Charles Disan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274-711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860171"/>
                  </a:ext>
                </a:extLst>
              </a:tr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Ekyatuhaire Josephine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255-181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236556"/>
                  </a:ext>
                </a:extLst>
              </a:tr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Okee Samuel Jude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241-819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651172"/>
                  </a:ext>
                </a:extLst>
              </a:tr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Matsiko Vian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268-850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85460"/>
                  </a:ext>
                </a:extLst>
              </a:tr>
              <a:tr h="59291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Faith Auma Brenda </a:t>
                      </a:r>
                      <a:endParaRPr lang="en-US" sz="2000" kern="10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0" dirty="0">
                          <a:effectLst/>
                          <a:latin typeface="+mj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259-453</a:t>
                      </a:r>
                      <a:endParaRPr lang="en-US" sz="2000" kern="100" dirty="0"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564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7566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Smart Room Temperature and Humidity Monitoring with Automatic Fan Control System continuously measures room temperature and humidity </a:t>
            </a:r>
          </a:p>
          <a:p>
            <a:r>
              <a:rPr lang="en-US" dirty="0"/>
              <a:t>Automatically controls the fan based on predefined temperature and humidity thresholds. </a:t>
            </a:r>
          </a:p>
          <a:p>
            <a:r>
              <a:rPr lang="en-US" dirty="0"/>
              <a:t>This ensures comfort, energy efficiency, and convenience without requiring constant human intervention.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Room temperature and humidity are not properly monitored and controlled:</a:t>
            </a:r>
          </a:p>
          <a:p>
            <a:r>
              <a:rPr dirty="0"/>
              <a:t>People forget to turn ON fans</a:t>
            </a:r>
          </a:p>
          <a:p>
            <a:r>
              <a:rPr dirty="0"/>
              <a:t>Fans left ON unnecessarily</a:t>
            </a:r>
          </a:p>
          <a:p>
            <a:r>
              <a:rPr dirty="0"/>
              <a:t>Energy wastage</a:t>
            </a:r>
          </a:p>
          <a:p>
            <a:r>
              <a:rPr dirty="0"/>
              <a:t>High humidity causes damage and discomfort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dirty="0"/>
              <a:t>System </a:t>
            </a:r>
            <a:r>
              <a:rPr lang="en-US" dirty="0"/>
              <a:t>that </a:t>
            </a:r>
            <a:r>
              <a:rPr dirty="0"/>
              <a:t>monitors temperature &amp; humidity.</a:t>
            </a:r>
          </a:p>
          <a:p>
            <a:r>
              <a:rPr dirty="0"/>
              <a:t>Automatically turns fan ON/OFF based on conditions.</a:t>
            </a:r>
          </a:p>
          <a:p>
            <a:r>
              <a:rPr dirty="0"/>
              <a:t>Displays real-time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Monitor temperature &amp; humidity</a:t>
            </a:r>
          </a:p>
          <a:p>
            <a:r>
              <a:rPr dirty="0"/>
              <a:t>Automate fan control</a:t>
            </a:r>
          </a:p>
          <a:p>
            <a:r>
              <a:rPr dirty="0"/>
              <a:t>Reduce energy consumption</a:t>
            </a:r>
          </a:p>
          <a:p>
            <a:r>
              <a:rPr dirty="0"/>
              <a:t>Improve comfort</a:t>
            </a:r>
            <a:r>
              <a:rPr lang="en-US" dirty="0"/>
              <a:t> for individuals in the room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</a:t>
            </a:r>
            <a:r>
              <a:rPr dirty="0"/>
              <a:t>hools</a:t>
            </a:r>
            <a:endParaRPr lang="en-US" dirty="0"/>
          </a:p>
          <a:p>
            <a:r>
              <a:rPr lang="en-US" dirty="0"/>
              <a:t>O</a:t>
            </a:r>
            <a:r>
              <a:rPr dirty="0"/>
              <a:t>ffices</a:t>
            </a:r>
            <a:endParaRPr lang="en-US" dirty="0"/>
          </a:p>
          <a:p>
            <a:r>
              <a:rPr lang="en-US" dirty="0"/>
              <a:t>H</a:t>
            </a:r>
            <a:r>
              <a:rPr dirty="0"/>
              <a:t>ostels</a:t>
            </a:r>
            <a:endParaRPr lang="en-US" dirty="0"/>
          </a:p>
          <a:p>
            <a:r>
              <a:rPr lang="en-US" dirty="0"/>
              <a:t>C</a:t>
            </a:r>
            <a:r>
              <a:rPr dirty="0"/>
              <a:t>hurches</a:t>
            </a:r>
          </a:p>
          <a:p>
            <a:r>
              <a:rPr dirty="0"/>
              <a:t>Smart home users</a:t>
            </a:r>
          </a:p>
          <a:p>
            <a:r>
              <a:rPr dirty="0"/>
              <a:t>Energy-conscious people</a:t>
            </a:r>
          </a:p>
          <a:p>
            <a:r>
              <a:rPr dirty="0"/>
              <a:t>Elderly individuals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6464"/>
            <a:ext cx="3499450" cy="44396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Arduino Uno</a:t>
            </a:r>
          </a:p>
          <a:p>
            <a:r>
              <a:rPr dirty="0"/>
              <a:t>Temperature &amp; Humidity Sensor</a:t>
            </a:r>
          </a:p>
          <a:p>
            <a:r>
              <a:rPr lang="en-GB" dirty="0"/>
              <a:t>DC Motor</a:t>
            </a:r>
            <a:endParaRPr dirty="0"/>
          </a:p>
          <a:p>
            <a:r>
              <a:rPr lang="en-GB" dirty="0">
                <a:ea typeface="Calibri"/>
                <a:cs typeface="Calibri"/>
              </a:rPr>
              <a:t>2 Potentiometers</a:t>
            </a:r>
            <a:endParaRPr lang="en-GB" dirty="0"/>
          </a:p>
          <a:p>
            <a:r>
              <a:rPr lang="en-GB" dirty="0">
                <a:ea typeface="Calibri"/>
                <a:cs typeface="Calibri"/>
              </a:rPr>
              <a:t>NPN Transistor</a:t>
            </a:r>
          </a:p>
          <a:p>
            <a:r>
              <a:rPr lang="en-GB" dirty="0">
                <a:ea typeface="Calibri"/>
                <a:cs typeface="Calibri"/>
              </a:rPr>
              <a:t>LCD 16 X 2</a:t>
            </a:r>
          </a:p>
        </p:txBody>
      </p:sp>
      <p:pic>
        <p:nvPicPr>
          <p:cNvPr id="4" name="Picture 3" descr="A blue circuit board with wires and a screwdriver&#10;&#10;AI-generated content may be incorrect.">
            <a:extLst>
              <a:ext uri="{FF2B5EF4-FFF2-40B4-BE49-F238E27FC236}">
                <a16:creationId xmlns:a16="http://schemas.microsoft.com/office/drawing/2014/main" id="{4176EC9C-7FFA-1B0C-E878-2345354D8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963" y="1688980"/>
            <a:ext cx="2238375" cy="1409700"/>
          </a:xfrm>
          <a:prstGeom prst="rect">
            <a:avLst/>
          </a:prstGeom>
        </p:spPr>
      </p:pic>
      <p:pic>
        <p:nvPicPr>
          <p:cNvPr id="5" name="Picture 4" descr="A white circuit board with black dots&#10;&#10;AI-generated content may be incorrect.">
            <a:extLst>
              <a:ext uri="{FF2B5EF4-FFF2-40B4-BE49-F238E27FC236}">
                <a16:creationId xmlns:a16="http://schemas.microsoft.com/office/drawing/2014/main" id="{209DC653-B0AF-EDCE-83A2-994BA646F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952" y="1717735"/>
            <a:ext cx="1952625" cy="1409700"/>
          </a:xfrm>
          <a:prstGeom prst="rect">
            <a:avLst/>
          </a:prstGeom>
        </p:spPr>
      </p:pic>
      <p:pic>
        <p:nvPicPr>
          <p:cNvPr id="6" name="Picture 5" descr="A small electric motor with a metal wheel&#10;&#10;AI-generated content may be incorrect.">
            <a:extLst>
              <a:ext uri="{FF2B5EF4-FFF2-40B4-BE49-F238E27FC236}">
                <a16:creationId xmlns:a16="http://schemas.microsoft.com/office/drawing/2014/main" id="{EFFCD72E-5954-CF0D-9355-515808462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889" y="3141094"/>
            <a:ext cx="2061354" cy="1467209"/>
          </a:xfrm>
          <a:prstGeom prst="rect">
            <a:avLst/>
          </a:prstGeom>
        </p:spPr>
      </p:pic>
      <p:pic>
        <p:nvPicPr>
          <p:cNvPr id="7" name="Picture 6" descr="A black and white drawing of a transistor&#10;&#10;AI-generated content may be incorrect.">
            <a:extLst>
              <a:ext uri="{FF2B5EF4-FFF2-40B4-BE49-F238E27FC236}">
                <a16:creationId xmlns:a16="http://schemas.microsoft.com/office/drawing/2014/main" id="{C090C455-6978-4FE6-3B3B-D5A2EEB2A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217" y="3112339"/>
            <a:ext cx="2505075" cy="1409700"/>
          </a:xfrm>
          <a:prstGeom prst="rect">
            <a:avLst/>
          </a:prstGeom>
        </p:spPr>
      </p:pic>
      <p:pic>
        <p:nvPicPr>
          <p:cNvPr id="8" name="Picture 7" descr="A close-up of a transistor&#10;&#10;AI-generated content may be incorrect.">
            <a:extLst>
              <a:ext uri="{FF2B5EF4-FFF2-40B4-BE49-F238E27FC236}">
                <a16:creationId xmlns:a16="http://schemas.microsoft.com/office/drawing/2014/main" id="{51928177-7424-937C-89C2-B741504816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628" y="4535697"/>
            <a:ext cx="1447800" cy="1409700"/>
          </a:xfrm>
          <a:prstGeom prst="rect">
            <a:avLst/>
          </a:prstGeom>
        </p:spPr>
      </p:pic>
      <p:pic>
        <p:nvPicPr>
          <p:cNvPr id="9" name="Picture 8" descr="A close-up of a black and silver electronic device&#10;&#10;AI-generated content may be incorrect.">
            <a:extLst>
              <a:ext uri="{FF2B5EF4-FFF2-40B4-BE49-F238E27FC236}">
                <a16:creationId xmlns:a16="http://schemas.microsoft.com/office/drawing/2014/main" id="{1FAB7840-16AF-5AE6-320D-AED29BD7C5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180" y="4708225"/>
            <a:ext cx="2343150" cy="1409700"/>
          </a:xfrm>
          <a:prstGeom prst="rect">
            <a:avLst/>
          </a:prstGeom>
        </p:spPr>
      </p:pic>
      <p:pic>
        <p:nvPicPr>
          <p:cNvPr id="10" name="Picture 9" descr="A green rectangular electronic device&#10;&#10;AI-generated content may be incorrect.">
            <a:extLst>
              <a:ext uri="{FF2B5EF4-FFF2-40B4-BE49-F238E27FC236}">
                <a16:creationId xmlns:a16="http://schemas.microsoft.com/office/drawing/2014/main" id="{D44E9398-23F0-6131-1042-63DBDC1DCD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1825" y="4708225"/>
            <a:ext cx="160020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the System Works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dirty="0"/>
              <a:t>Sensor reads data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Arduino processes</a:t>
            </a:r>
            <a:r>
              <a:rPr lang="en-US" dirty="0"/>
              <a:t> the input data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DC Motor activates the Fan and regulates speed of the fan</a:t>
            </a:r>
            <a:endParaRPr lang="en-GB" dirty="0">
              <a:ea typeface="Calibri"/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dirty="0"/>
              <a:t>LCD displays values</a:t>
            </a:r>
          </a:p>
          <a:p>
            <a:pPr marL="514350" indent="-514350">
              <a:buFont typeface="+mj-lt"/>
              <a:buAutoNum type="arabicPeriod"/>
            </a:pPr>
            <a:r>
              <a:rPr dirty="0"/>
              <a:t>Fan turns ON/OFF automatically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Prototype accessed via </a:t>
            </a:r>
            <a:r>
              <a:rPr lang="en-US" dirty="0">
                <a:highlight>
                  <a:srgbClr val="FFFF00"/>
                </a:highlight>
              </a:rPr>
              <a:t>[</a:t>
            </a:r>
            <a:r>
              <a:rPr lang="en-US" dirty="0" err="1">
                <a:highlight>
                  <a:srgbClr val="FFFF00"/>
                </a:highlight>
              </a:rPr>
              <a:t>Github</a:t>
            </a:r>
            <a:r>
              <a:rPr lang="en-US" dirty="0">
                <a:highlight>
                  <a:srgbClr val="FFFF00"/>
                </a:highlight>
              </a:rPr>
              <a:t> link]</a:t>
            </a:r>
            <a:endParaRPr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Energy efficient</a:t>
            </a:r>
          </a:p>
          <a:p>
            <a:r>
              <a:rPr dirty="0"/>
              <a:t>Automated</a:t>
            </a:r>
            <a:r>
              <a:rPr lang="en-GB" dirty="0"/>
              <a:t> and Time Saving</a:t>
            </a:r>
            <a:endParaRPr dirty="0"/>
          </a:p>
          <a:p>
            <a:r>
              <a:rPr dirty="0"/>
              <a:t>Low cost</a:t>
            </a:r>
          </a:p>
          <a:p>
            <a:r>
              <a:rPr dirty="0"/>
              <a:t>Easy to build</a:t>
            </a:r>
          </a:p>
          <a:p>
            <a:r>
              <a:rPr dirty="0"/>
              <a:t>Improves comfort</a:t>
            </a:r>
          </a:p>
          <a:p>
            <a:r>
              <a:rPr lang="en-GB" dirty="0">
                <a:ea typeface="+mn-lt"/>
                <a:cs typeface="+mn-lt"/>
              </a:rPr>
              <a:t>Scalable for smart home systems </a:t>
            </a:r>
            <a:endParaRPr lang="en-GB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Mobile app control</a:t>
            </a:r>
          </a:p>
          <a:p>
            <a:r>
              <a:rPr dirty="0"/>
              <a:t> IoT integration</a:t>
            </a:r>
          </a:p>
          <a:p>
            <a:r>
              <a:rPr dirty="0"/>
              <a:t> Data storage</a:t>
            </a:r>
          </a:p>
          <a:p>
            <a:r>
              <a:rPr dirty="0"/>
              <a:t> Alerts/notifications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This project demonstrates how simple embedded systems using Arduino can solve real-life problems. It enhances comfort, reduces energy waste, and provides a foundation for smart home automation</a:t>
            </a:r>
            <a:endParaRPr lang="en-US" dirty="0"/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dirty="0"/>
              <a:t>The system provides an efficient and automated way to maintain room comfort and reduce energy waste.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329</Words>
  <Application>Microsoft Office PowerPoint</Application>
  <PresentationFormat>On-screen Show (4:3)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 Smart Room Monitoring System</vt:lpstr>
      <vt:lpstr>Group Members</vt:lpstr>
      <vt:lpstr>Introduction</vt:lpstr>
      <vt:lpstr>Problem Statement</vt:lpstr>
      <vt:lpstr>Proposed Solution</vt:lpstr>
      <vt:lpstr>Objectives</vt:lpstr>
      <vt:lpstr>Target Users</vt:lpstr>
      <vt:lpstr>Components Used</vt:lpstr>
      <vt:lpstr>How the System Works</vt:lpstr>
      <vt:lpstr>Advantages</vt:lpstr>
      <vt:lpstr>Future Improvements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Faith Auma</cp:lastModifiedBy>
  <cp:revision>66</cp:revision>
  <dcterms:created xsi:type="dcterms:W3CDTF">2013-01-27T09:14:16Z</dcterms:created>
  <dcterms:modified xsi:type="dcterms:W3CDTF">2026-04-05T11:07:53Z</dcterms:modified>
  <cp:category/>
</cp:coreProperties>
</file>